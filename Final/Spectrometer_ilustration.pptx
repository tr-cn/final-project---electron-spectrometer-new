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8452"/>
    <a:srgbClr val="ADB9CA"/>
    <a:srgbClr val="5B9BD5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66" d="100"/>
          <a:sy n="66" d="100"/>
        </p:scale>
        <p:origin x="451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14CC-7B43-4CCD-ADEA-0932A6DC3AE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BA131-CFB7-4085-851C-35AC12653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94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14CC-7B43-4CCD-ADEA-0932A6DC3AE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BA131-CFB7-4085-851C-35AC12653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92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14CC-7B43-4CCD-ADEA-0932A6DC3AE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BA131-CFB7-4085-851C-35AC12653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1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14CC-7B43-4CCD-ADEA-0932A6DC3AE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BA131-CFB7-4085-851C-35AC12653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4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14CC-7B43-4CCD-ADEA-0932A6DC3AE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BA131-CFB7-4085-851C-35AC12653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4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14CC-7B43-4CCD-ADEA-0932A6DC3AE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BA131-CFB7-4085-851C-35AC12653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1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14CC-7B43-4CCD-ADEA-0932A6DC3AE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BA131-CFB7-4085-851C-35AC12653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49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14CC-7B43-4CCD-ADEA-0932A6DC3AE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BA131-CFB7-4085-851C-35AC12653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00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14CC-7B43-4CCD-ADEA-0932A6DC3AE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BA131-CFB7-4085-851C-35AC12653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05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14CC-7B43-4CCD-ADEA-0932A6DC3AE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BA131-CFB7-4085-851C-35AC12653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91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14CC-7B43-4CCD-ADEA-0932A6DC3AE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BA131-CFB7-4085-851C-35AC12653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6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E14CC-7B43-4CCD-ADEA-0932A6DC3AE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BA131-CFB7-4085-851C-35AC12653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97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/>
          <p:cNvGrpSpPr/>
          <p:nvPr/>
        </p:nvGrpSpPr>
        <p:grpSpPr>
          <a:xfrm>
            <a:off x="141351" y="517975"/>
            <a:ext cx="11947234" cy="5049095"/>
            <a:chOff x="141351" y="517975"/>
            <a:chExt cx="11947234" cy="5049095"/>
          </a:xfrm>
        </p:grpSpPr>
        <p:grpSp>
          <p:nvGrpSpPr>
            <p:cNvPr id="105" name="Group 104"/>
            <p:cNvGrpSpPr/>
            <p:nvPr/>
          </p:nvGrpSpPr>
          <p:grpSpPr>
            <a:xfrm>
              <a:off x="141351" y="517975"/>
              <a:ext cx="11947234" cy="5049095"/>
              <a:chOff x="141351" y="517975"/>
              <a:chExt cx="11947234" cy="5049095"/>
            </a:xfrm>
          </p:grpSpPr>
          <p:grpSp>
            <p:nvGrpSpPr>
              <p:cNvPr id="99" name="Group 98"/>
              <p:cNvGrpSpPr/>
              <p:nvPr/>
            </p:nvGrpSpPr>
            <p:grpSpPr>
              <a:xfrm>
                <a:off x="141351" y="517975"/>
                <a:ext cx="11947234" cy="5049095"/>
                <a:chOff x="141351" y="517975"/>
                <a:chExt cx="11947234" cy="5049095"/>
              </a:xfrm>
            </p:grpSpPr>
            <p:grpSp>
              <p:nvGrpSpPr>
                <p:cNvPr id="53" name="Group 52"/>
                <p:cNvGrpSpPr/>
                <p:nvPr/>
              </p:nvGrpSpPr>
              <p:grpSpPr>
                <a:xfrm>
                  <a:off x="5674178" y="934212"/>
                  <a:ext cx="6414407" cy="3499652"/>
                  <a:chOff x="3453492" y="642809"/>
                  <a:chExt cx="6414407" cy="3499652"/>
                </a:xfrm>
              </p:grpSpPr>
              <p:sp>
                <p:nvSpPr>
                  <p:cNvPr id="4" name="Rectangle 3"/>
                  <p:cNvSpPr/>
                  <p:nvPr/>
                </p:nvSpPr>
                <p:spPr>
                  <a:xfrm>
                    <a:off x="3453492" y="1445078"/>
                    <a:ext cx="4629150" cy="155121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  <a:scene3d>
                    <a:camera prst="isometricRightUp"/>
                    <a:lightRig rig="threePt" dir="t"/>
                  </a:scene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" name="Rectangle 4"/>
                  <p:cNvSpPr/>
                  <p:nvPr/>
                </p:nvSpPr>
                <p:spPr>
                  <a:xfrm>
                    <a:off x="5238749" y="2506436"/>
                    <a:ext cx="4629150" cy="155121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  <a:scene3d>
                    <a:camera prst="isometricRightUp"/>
                    <a:lightRig rig="threePt" dir="t"/>
                  </a:scene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0" name="Group 19"/>
                  <p:cNvGrpSpPr/>
                  <p:nvPr/>
                </p:nvGrpSpPr>
                <p:grpSpPr>
                  <a:xfrm>
                    <a:off x="7356768" y="642809"/>
                    <a:ext cx="1665042" cy="1365369"/>
                    <a:chOff x="6977743" y="1249140"/>
                    <a:chExt cx="1665042" cy="1365369"/>
                  </a:xfrm>
                </p:grpSpPr>
                <p:cxnSp>
                  <p:nvCxnSpPr>
                    <p:cNvPr id="9" name="Straight Arrow Connector 8"/>
                    <p:cNvCxnSpPr/>
                    <p:nvPr/>
                  </p:nvCxnSpPr>
                  <p:spPr>
                    <a:xfrm flipH="1" flipV="1">
                      <a:off x="6977744" y="1249140"/>
                      <a:ext cx="1665041" cy="1121835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2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" name="Straight Arrow Connector 10"/>
                    <p:cNvCxnSpPr/>
                    <p:nvPr/>
                  </p:nvCxnSpPr>
                  <p:spPr>
                    <a:xfrm flipH="1" flipV="1">
                      <a:off x="6977743" y="1783897"/>
                      <a:ext cx="1232805" cy="830612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2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1" name="Group 20"/>
                  <p:cNvGrpSpPr/>
                  <p:nvPr/>
                </p:nvGrpSpPr>
                <p:grpSpPr>
                  <a:xfrm>
                    <a:off x="4311976" y="2424793"/>
                    <a:ext cx="1672445" cy="1601561"/>
                    <a:chOff x="6977744" y="1249139"/>
                    <a:chExt cx="1672445" cy="1601561"/>
                  </a:xfrm>
                </p:grpSpPr>
                <p:cxnSp>
                  <p:nvCxnSpPr>
                    <p:cNvPr id="22" name="Straight Arrow Connector 21"/>
                    <p:cNvCxnSpPr/>
                    <p:nvPr/>
                  </p:nvCxnSpPr>
                  <p:spPr>
                    <a:xfrm flipH="1" flipV="1">
                      <a:off x="6977744" y="1249139"/>
                      <a:ext cx="1672445" cy="1126824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2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Arrow Connector 22"/>
                    <p:cNvCxnSpPr/>
                    <p:nvPr/>
                  </p:nvCxnSpPr>
                  <p:spPr>
                    <a:xfrm flipH="1" flipV="1">
                      <a:off x="6977744" y="1783897"/>
                      <a:ext cx="1583361" cy="1066803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2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" name="Group 25"/>
                  <p:cNvGrpSpPr/>
                  <p:nvPr/>
                </p:nvGrpSpPr>
                <p:grpSpPr>
                  <a:xfrm>
                    <a:off x="5691724" y="1616060"/>
                    <a:ext cx="1665043" cy="1401224"/>
                    <a:chOff x="6977745" y="1249140"/>
                    <a:chExt cx="1665043" cy="1401224"/>
                  </a:xfrm>
                </p:grpSpPr>
                <p:cxnSp>
                  <p:nvCxnSpPr>
                    <p:cNvPr id="27" name="Straight Arrow Connector 26"/>
                    <p:cNvCxnSpPr/>
                    <p:nvPr/>
                  </p:nvCxnSpPr>
                  <p:spPr>
                    <a:xfrm flipH="1" flipV="1">
                      <a:off x="6977745" y="1249140"/>
                      <a:ext cx="1665043" cy="1121836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2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Straight Arrow Connector 27"/>
                    <p:cNvCxnSpPr/>
                    <p:nvPr/>
                  </p:nvCxnSpPr>
                  <p:spPr>
                    <a:xfrm flipH="1" flipV="1">
                      <a:off x="6977746" y="1783897"/>
                      <a:ext cx="1286017" cy="866467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2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4" name="Group 33"/>
                  <p:cNvGrpSpPr/>
                  <p:nvPr/>
                </p:nvGrpSpPr>
                <p:grpSpPr>
                  <a:xfrm>
                    <a:off x="5064709" y="1969486"/>
                    <a:ext cx="1689112" cy="1412231"/>
                    <a:chOff x="6977744" y="1249139"/>
                    <a:chExt cx="1689112" cy="1412231"/>
                  </a:xfrm>
                </p:grpSpPr>
                <p:cxnSp>
                  <p:nvCxnSpPr>
                    <p:cNvPr id="35" name="Straight Arrow Connector 34"/>
                    <p:cNvCxnSpPr/>
                    <p:nvPr/>
                  </p:nvCxnSpPr>
                  <p:spPr>
                    <a:xfrm flipH="1" flipV="1">
                      <a:off x="6977744" y="1249139"/>
                      <a:ext cx="1689112" cy="1138054"/>
                    </a:xfrm>
                    <a:prstGeom prst="straightConnector1">
                      <a:avLst/>
                    </a:prstGeom>
                    <a:ln w="2540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" name="Straight Arrow Connector 35"/>
                    <p:cNvCxnSpPr/>
                    <p:nvPr/>
                  </p:nvCxnSpPr>
                  <p:spPr>
                    <a:xfrm flipH="1" flipV="1">
                      <a:off x="6977744" y="1783897"/>
                      <a:ext cx="1302355" cy="877473"/>
                    </a:xfrm>
                    <a:prstGeom prst="straightConnector1">
                      <a:avLst/>
                    </a:prstGeom>
                    <a:ln w="2540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7" name="Group 46"/>
                  <p:cNvGrpSpPr/>
                  <p:nvPr/>
                </p:nvGrpSpPr>
                <p:grpSpPr>
                  <a:xfrm>
                    <a:off x="6477706" y="1165689"/>
                    <a:ext cx="1665043" cy="1401224"/>
                    <a:chOff x="6977745" y="1249140"/>
                    <a:chExt cx="1665043" cy="1401224"/>
                  </a:xfrm>
                </p:grpSpPr>
                <p:cxnSp>
                  <p:nvCxnSpPr>
                    <p:cNvPr id="48" name="Straight Arrow Connector 47"/>
                    <p:cNvCxnSpPr/>
                    <p:nvPr/>
                  </p:nvCxnSpPr>
                  <p:spPr>
                    <a:xfrm flipH="1" flipV="1">
                      <a:off x="6977745" y="1249140"/>
                      <a:ext cx="1665043" cy="1121836"/>
                    </a:xfrm>
                    <a:prstGeom prst="straightConnector1">
                      <a:avLst/>
                    </a:prstGeom>
                    <a:ln w="2540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Straight Arrow Connector 48"/>
                    <p:cNvCxnSpPr/>
                    <p:nvPr/>
                  </p:nvCxnSpPr>
                  <p:spPr>
                    <a:xfrm flipH="1" flipV="1">
                      <a:off x="6977746" y="1783897"/>
                      <a:ext cx="1286017" cy="866467"/>
                    </a:xfrm>
                    <a:prstGeom prst="straightConnector1">
                      <a:avLst/>
                    </a:prstGeom>
                    <a:ln w="2540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0" name="TextBox 49"/>
                      <p:cNvSpPr txBox="1"/>
                      <p:nvPr/>
                    </p:nvSpPr>
                    <p:spPr>
                      <a:xfrm>
                        <a:off x="7081052" y="3059867"/>
                        <a:ext cx="472272" cy="78258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US" sz="4000" b="0" i="1" smtClean="0">
                                      <a:solidFill>
                                        <a:srgbClr val="C55A1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000" b="0" i="1" smtClean="0">
                                      <a:solidFill>
                                        <a:srgbClr val="C55A1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oMath>
                          </m:oMathPara>
                        </a14:m>
                        <a:endParaRPr lang="en-US" sz="4000" dirty="0">
                          <a:solidFill>
                            <a:srgbClr val="C55A11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50" name="TextBox 4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081052" y="3059867"/>
                        <a:ext cx="472272" cy="782587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1" name="TextBox 50"/>
                      <p:cNvSpPr txBox="1"/>
                      <p:nvPr/>
                    </p:nvSpPr>
                    <p:spPr>
                      <a:xfrm>
                        <a:off x="6524245" y="3359874"/>
                        <a:ext cx="472272" cy="78258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US" sz="4000" b="0" i="1" smtClean="0">
                                      <a:solidFill>
                                        <a:srgbClr val="5B9BD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000" b="0" i="1" smtClean="0">
                                      <a:solidFill>
                                        <a:srgbClr val="5B9BD5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oMath>
                          </m:oMathPara>
                        </a14:m>
                        <a:endParaRPr lang="en-US" sz="4000" dirty="0">
                          <a:solidFill>
                            <a:srgbClr val="5B9BD5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51" name="TextBox 50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524245" y="3359874"/>
                        <a:ext cx="472272" cy="782587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52" name="Arc 51"/>
                <p:cNvSpPr/>
                <p:nvPr/>
              </p:nvSpPr>
              <p:spPr>
                <a:xfrm rot="4500000">
                  <a:off x="5483485" y="775539"/>
                  <a:ext cx="2998251" cy="3606779"/>
                </a:xfrm>
                <a:prstGeom prst="arc">
                  <a:avLst>
                    <a:gd name="adj1" fmla="val 16100853"/>
                    <a:gd name="adj2" fmla="val 0"/>
                  </a:avLst>
                </a:prstGeom>
                <a:ln w="47625">
                  <a:solidFill>
                    <a:schemeClr val="tx1"/>
                  </a:solidFill>
                  <a:head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Flowchart: Data 56"/>
                <p:cNvSpPr/>
                <p:nvPr/>
              </p:nvSpPr>
              <p:spPr>
                <a:xfrm rot="2310327">
                  <a:off x="7155034" y="517975"/>
                  <a:ext cx="3453207" cy="3780596"/>
                </a:xfrm>
                <a:custGeom>
                  <a:avLst/>
                  <a:gdLst>
                    <a:gd name="connsiteX0" fmla="*/ 0 w 10000"/>
                    <a:gd name="connsiteY0" fmla="*/ 10000 h 10000"/>
                    <a:gd name="connsiteX1" fmla="*/ 2000 w 10000"/>
                    <a:gd name="connsiteY1" fmla="*/ 0 h 10000"/>
                    <a:gd name="connsiteX2" fmla="*/ 10000 w 10000"/>
                    <a:gd name="connsiteY2" fmla="*/ 0 h 10000"/>
                    <a:gd name="connsiteX3" fmla="*/ 8000 w 10000"/>
                    <a:gd name="connsiteY3" fmla="*/ 10000 h 10000"/>
                    <a:gd name="connsiteX4" fmla="*/ 0 w 10000"/>
                    <a:gd name="connsiteY4" fmla="*/ 10000 h 10000"/>
                    <a:gd name="connsiteX0" fmla="*/ 0 w 10153"/>
                    <a:gd name="connsiteY0" fmla="*/ 15400 h 15400"/>
                    <a:gd name="connsiteX1" fmla="*/ 10153 w 10153"/>
                    <a:gd name="connsiteY1" fmla="*/ 0 h 15400"/>
                    <a:gd name="connsiteX2" fmla="*/ 10000 w 10153"/>
                    <a:gd name="connsiteY2" fmla="*/ 5400 h 15400"/>
                    <a:gd name="connsiteX3" fmla="*/ 8000 w 10153"/>
                    <a:gd name="connsiteY3" fmla="*/ 15400 h 15400"/>
                    <a:gd name="connsiteX4" fmla="*/ 0 w 10153"/>
                    <a:gd name="connsiteY4" fmla="*/ 15400 h 15400"/>
                    <a:gd name="connsiteX0" fmla="*/ 0 w 24560"/>
                    <a:gd name="connsiteY0" fmla="*/ 16487 h 16487"/>
                    <a:gd name="connsiteX1" fmla="*/ 10153 w 24560"/>
                    <a:gd name="connsiteY1" fmla="*/ 1087 h 16487"/>
                    <a:gd name="connsiteX2" fmla="*/ 24560 w 24560"/>
                    <a:gd name="connsiteY2" fmla="*/ 0 h 16487"/>
                    <a:gd name="connsiteX3" fmla="*/ 8000 w 24560"/>
                    <a:gd name="connsiteY3" fmla="*/ 16487 h 16487"/>
                    <a:gd name="connsiteX4" fmla="*/ 0 w 24560"/>
                    <a:gd name="connsiteY4" fmla="*/ 16487 h 16487"/>
                    <a:gd name="connsiteX0" fmla="*/ 0 w 24560"/>
                    <a:gd name="connsiteY0" fmla="*/ 16487 h 16487"/>
                    <a:gd name="connsiteX1" fmla="*/ 10153 w 24560"/>
                    <a:gd name="connsiteY1" fmla="*/ 1087 h 16487"/>
                    <a:gd name="connsiteX2" fmla="*/ 24560 w 24560"/>
                    <a:gd name="connsiteY2" fmla="*/ 0 h 16487"/>
                    <a:gd name="connsiteX3" fmla="*/ 14761 w 24560"/>
                    <a:gd name="connsiteY3" fmla="*/ 15394 h 16487"/>
                    <a:gd name="connsiteX4" fmla="*/ 0 w 24560"/>
                    <a:gd name="connsiteY4" fmla="*/ 16487 h 16487"/>
                    <a:gd name="connsiteX0" fmla="*/ 0 w 24352"/>
                    <a:gd name="connsiteY0" fmla="*/ 16521 h 16521"/>
                    <a:gd name="connsiteX1" fmla="*/ 9945 w 24352"/>
                    <a:gd name="connsiteY1" fmla="*/ 1087 h 16521"/>
                    <a:gd name="connsiteX2" fmla="*/ 24352 w 24352"/>
                    <a:gd name="connsiteY2" fmla="*/ 0 h 16521"/>
                    <a:gd name="connsiteX3" fmla="*/ 14553 w 24352"/>
                    <a:gd name="connsiteY3" fmla="*/ 15394 h 16521"/>
                    <a:gd name="connsiteX4" fmla="*/ 0 w 24352"/>
                    <a:gd name="connsiteY4" fmla="*/ 16521 h 16521"/>
                    <a:gd name="connsiteX0" fmla="*/ 0 w 24352"/>
                    <a:gd name="connsiteY0" fmla="*/ 16521 h 16521"/>
                    <a:gd name="connsiteX1" fmla="*/ 9945 w 24352"/>
                    <a:gd name="connsiteY1" fmla="*/ 1087 h 16521"/>
                    <a:gd name="connsiteX2" fmla="*/ 24352 w 24352"/>
                    <a:gd name="connsiteY2" fmla="*/ 0 h 16521"/>
                    <a:gd name="connsiteX3" fmla="*/ 14560 w 24352"/>
                    <a:gd name="connsiteY3" fmla="*/ 15356 h 16521"/>
                    <a:gd name="connsiteX4" fmla="*/ 0 w 24352"/>
                    <a:gd name="connsiteY4" fmla="*/ 16521 h 16521"/>
                    <a:gd name="connsiteX0" fmla="*/ 0 w 24373"/>
                    <a:gd name="connsiteY0" fmla="*/ 16634 h 16634"/>
                    <a:gd name="connsiteX1" fmla="*/ 9945 w 24373"/>
                    <a:gd name="connsiteY1" fmla="*/ 1200 h 16634"/>
                    <a:gd name="connsiteX2" fmla="*/ 24373 w 24373"/>
                    <a:gd name="connsiteY2" fmla="*/ 0 h 16634"/>
                    <a:gd name="connsiteX3" fmla="*/ 14560 w 24373"/>
                    <a:gd name="connsiteY3" fmla="*/ 15469 h 16634"/>
                    <a:gd name="connsiteX4" fmla="*/ 0 w 24373"/>
                    <a:gd name="connsiteY4" fmla="*/ 16634 h 16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373" h="16634">
                      <a:moveTo>
                        <a:pt x="0" y="16634"/>
                      </a:moveTo>
                      <a:lnTo>
                        <a:pt x="9945" y="1200"/>
                      </a:lnTo>
                      <a:lnTo>
                        <a:pt x="24373" y="0"/>
                      </a:lnTo>
                      <a:lnTo>
                        <a:pt x="14560" y="15469"/>
                      </a:lnTo>
                      <a:lnTo>
                        <a:pt x="0" y="16634"/>
                      </a:lnTo>
                      <a:close/>
                    </a:path>
                  </a:pathLst>
                </a:custGeom>
                <a:solidFill>
                  <a:schemeClr val="accent6">
                    <a:alpha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Explosion 1 57"/>
                <p:cNvSpPr/>
                <p:nvPr/>
              </p:nvSpPr>
              <p:spPr>
                <a:xfrm>
                  <a:off x="8528174" y="1794019"/>
                  <a:ext cx="307935" cy="376614"/>
                </a:xfrm>
                <a:prstGeom prst="irregularSeal1">
                  <a:avLst/>
                </a:prstGeom>
                <a:solidFill>
                  <a:srgbClr val="FF0000"/>
                </a:solidFill>
                <a:ln>
                  <a:solidFill>
                    <a:srgbClr val="C55A1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9" name="TextBox 58"/>
                    <p:cNvSpPr txBox="1"/>
                    <p:nvPr/>
                  </p:nvSpPr>
                  <p:spPr>
                    <a:xfrm>
                      <a:off x="7348885" y="1203294"/>
                      <a:ext cx="132882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9" name="TextBox 5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348885" y="1203294"/>
                      <a:ext cx="1328820" cy="52322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70" name="Group 69"/>
                <p:cNvGrpSpPr/>
                <p:nvPr/>
              </p:nvGrpSpPr>
              <p:grpSpPr>
                <a:xfrm rot="10800000" flipH="1" flipV="1">
                  <a:off x="6353608" y="3889683"/>
                  <a:ext cx="2465826" cy="1256130"/>
                  <a:chOff x="-500570" y="3353856"/>
                  <a:chExt cx="2465826" cy="1256130"/>
                </a:xfrm>
              </p:grpSpPr>
              <p:cxnSp>
                <p:nvCxnSpPr>
                  <p:cNvPr id="71" name="Straight Connector 70"/>
                  <p:cNvCxnSpPr>
                    <a:endCxn id="57" idx="3"/>
                  </p:cNvCxnSpPr>
                  <p:nvPr/>
                </p:nvCxnSpPr>
                <p:spPr>
                  <a:xfrm rot="10800000">
                    <a:off x="1278588" y="3353856"/>
                    <a:ext cx="16914" cy="1256129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/>
                  <p:cNvCxnSpPr/>
                  <p:nvPr/>
                </p:nvCxnSpPr>
                <p:spPr>
                  <a:xfrm rot="10800000">
                    <a:off x="-500570" y="3544563"/>
                    <a:ext cx="1776343" cy="106542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/>
                  <p:cNvCxnSpPr/>
                  <p:nvPr/>
                </p:nvCxnSpPr>
                <p:spPr>
                  <a:xfrm rot="10800000" flipH="1">
                    <a:off x="1301042" y="4225410"/>
                    <a:ext cx="664214" cy="38457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8" name="TextBox 77"/>
                    <p:cNvSpPr txBox="1"/>
                    <p:nvPr/>
                  </p:nvSpPr>
                  <p:spPr>
                    <a:xfrm>
                      <a:off x="6028553" y="3889654"/>
                      <a:ext cx="321969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>
                <p:sp>
                  <p:nvSpPr>
                    <p:cNvPr id="78" name="TextBox 7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28553" y="3889654"/>
                      <a:ext cx="321969" cy="52322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1" name="TextBox 80"/>
                    <p:cNvSpPr txBox="1"/>
                    <p:nvPr/>
                  </p:nvSpPr>
                  <p:spPr>
                    <a:xfrm>
                      <a:off x="8122435" y="3708266"/>
                      <a:ext cx="321969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>
                <p:sp>
                  <p:nvSpPr>
                    <p:cNvPr id="81" name="TextBox 8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22435" y="3708266"/>
                      <a:ext cx="321969" cy="52322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2" name="TextBox 81"/>
                    <p:cNvSpPr txBox="1"/>
                    <p:nvPr/>
                  </p:nvSpPr>
                  <p:spPr>
                    <a:xfrm>
                      <a:off x="8836922" y="4554122"/>
                      <a:ext cx="321969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>
                <p:sp>
                  <p:nvSpPr>
                    <p:cNvPr id="82" name="TextBox 8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36922" y="4554122"/>
                      <a:ext cx="321969" cy="52322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98" name="Group 97"/>
                <p:cNvGrpSpPr/>
                <p:nvPr/>
              </p:nvGrpSpPr>
              <p:grpSpPr>
                <a:xfrm>
                  <a:off x="141351" y="901696"/>
                  <a:ext cx="5851487" cy="4665374"/>
                  <a:chOff x="-403797" y="349852"/>
                  <a:chExt cx="5851487" cy="4665374"/>
                </a:xfrm>
              </p:grpSpPr>
              <p:sp>
                <p:nvSpPr>
                  <p:cNvPr id="61" name="Rectangle 60"/>
                  <p:cNvSpPr/>
                  <p:nvPr/>
                </p:nvSpPr>
                <p:spPr>
                  <a:xfrm>
                    <a:off x="1275773" y="2406599"/>
                    <a:ext cx="4171917" cy="2203385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69" name="Group 68"/>
                  <p:cNvGrpSpPr/>
                  <p:nvPr/>
                </p:nvGrpSpPr>
                <p:grpSpPr>
                  <a:xfrm>
                    <a:off x="1186689" y="3981742"/>
                    <a:ext cx="694976" cy="628242"/>
                    <a:chOff x="1209038" y="3981743"/>
                    <a:chExt cx="694976" cy="628242"/>
                  </a:xfrm>
                </p:grpSpPr>
                <p:cxnSp>
                  <p:nvCxnSpPr>
                    <p:cNvPr id="65" name="Straight Connector 64"/>
                    <p:cNvCxnSpPr/>
                    <p:nvPr/>
                  </p:nvCxnSpPr>
                  <p:spPr>
                    <a:xfrm flipV="1">
                      <a:off x="1295502" y="3981743"/>
                      <a:ext cx="0" cy="628241"/>
                    </a:xfrm>
                    <a:prstGeom prst="line">
                      <a:avLst/>
                    </a:prstGeom>
                    <a:ln w="25400">
                      <a:solidFill>
                        <a:schemeClr val="tx1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" name="Straight Connector 66"/>
                    <p:cNvCxnSpPr/>
                    <p:nvPr/>
                  </p:nvCxnSpPr>
                  <p:spPr>
                    <a:xfrm rot="5400000" flipV="1">
                      <a:off x="1589894" y="4295864"/>
                      <a:ext cx="0" cy="628241"/>
                    </a:xfrm>
                    <a:prstGeom prst="line">
                      <a:avLst/>
                    </a:prstGeom>
                    <a:ln w="25400">
                      <a:solidFill>
                        <a:schemeClr val="tx1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Straight Connector 67"/>
                    <p:cNvCxnSpPr/>
                    <p:nvPr/>
                  </p:nvCxnSpPr>
                  <p:spPr>
                    <a:xfrm rot="2700000" flipV="1">
                      <a:off x="1523159" y="4073747"/>
                      <a:ext cx="0" cy="628241"/>
                    </a:xfrm>
                    <a:prstGeom prst="line">
                      <a:avLst/>
                    </a:prstGeom>
                    <a:ln w="25400">
                      <a:solidFill>
                        <a:schemeClr val="tx1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83" name="TextBox 82"/>
                      <p:cNvSpPr txBox="1"/>
                      <p:nvPr/>
                    </p:nvSpPr>
                    <p:spPr>
                      <a:xfrm>
                        <a:off x="1646477" y="3925721"/>
                        <a:ext cx="321969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>
                  <p:sp>
                    <p:nvSpPr>
                      <p:cNvPr id="83" name="TextBox 8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46477" y="3925721"/>
                        <a:ext cx="321969" cy="523220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84" name="TextBox 83"/>
                      <p:cNvSpPr txBox="1"/>
                      <p:nvPr/>
                    </p:nvSpPr>
                    <p:spPr>
                      <a:xfrm>
                        <a:off x="1675187" y="4492006"/>
                        <a:ext cx="321969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>
                  <p:sp>
                    <p:nvSpPr>
                      <p:cNvPr id="84" name="TextBox 83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75187" y="4492006"/>
                        <a:ext cx="321969" cy="523220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85" name="TextBox 84"/>
                      <p:cNvSpPr txBox="1"/>
                      <p:nvPr/>
                    </p:nvSpPr>
                    <p:spPr>
                      <a:xfrm>
                        <a:off x="967445" y="3767978"/>
                        <a:ext cx="321969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>
                  <p:sp>
                    <p:nvSpPr>
                      <p:cNvPr id="85" name="TextBox 84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67445" y="3767978"/>
                        <a:ext cx="321969" cy="523220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86" name="Oval 85"/>
                  <p:cNvSpPr/>
                  <p:nvPr/>
                </p:nvSpPr>
                <p:spPr>
                  <a:xfrm>
                    <a:off x="-403797" y="349852"/>
                    <a:ext cx="3359137" cy="3359137"/>
                  </a:xfrm>
                  <a:prstGeom prst="ellipse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" name="Freeform 87"/>
                  <p:cNvSpPr/>
                  <p:nvPr/>
                </p:nvSpPr>
                <p:spPr>
                  <a:xfrm>
                    <a:off x="1275773" y="2406599"/>
                    <a:ext cx="1635498" cy="1302391"/>
                  </a:xfrm>
                  <a:custGeom>
                    <a:avLst/>
                    <a:gdLst>
                      <a:gd name="connsiteX0" fmla="*/ 0 w 1635498"/>
                      <a:gd name="connsiteY0" fmla="*/ 0 h 1302391"/>
                      <a:gd name="connsiteX1" fmla="*/ 1635498 w 1635498"/>
                      <a:gd name="connsiteY1" fmla="*/ 0 h 1302391"/>
                      <a:gd name="connsiteX2" fmla="*/ 1604058 w 1635498"/>
                      <a:gd name="connsiteY2" fmla="*/ 122274 h 1302391"/>
                      <a:gd name="connsiteX3" fmla="*/ 171725 w 1635498"/>
                      <a:gd name="connsiteY3" fmla="*/ 1293720 h 1302391"/>
                      <a:gd name="connsiteX4" fmla="*/ 0 w 1635498"/>
                      <a:gd name="connsiteY4" fmla="*/ 1302391 h 13023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5498" h="1302391">
                        <a:moveTo>
                          <a:pt x="0" y="0"/>
                        </a:moveTo>
                        <a:lnTo>
                          <a:pt x="1635498" y="0"/>
                        </a:lnTo>
                        <a:lnTo>
                          <a:pt x="1604058" y="122274"/>
                        </a:lnTo>
                        <a:cubicBezTo>
                          <a:pt x="1407763" y="753382"/>
                          <a:pt x="849271" y="1224911"/>
                          <a:pt x="171725" y="1293720"/>
                        </a:cubicBezTo>
                        <a:lnTo>
                          <a:pt x="0" y="1302391"/>
                        </a:lnTo>
                        <a:close/>
                      </a:path>
                    </a:pathLst>
                  </a:custGeom>
                  <a:solidFill>
                    <a:srgbClr val="ADB9CA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0" name="Straight Connector 89"/>
                  <p:cNvCxnSpPr>
                    <a:endCxn id="88" idx="1"/>
                  </p:cNvCxnSpPr>
                  <p:nvPr/>
                </p:nvCxnSpPr>
                <p:spPr>
                  <a:xfrm>
                    <a:off x="1289414" y="1991849"/>
                    <a:ext cx="1621857" cy="41475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/>
                  <p:cNvCxnSpPr>
                    <a:endCxn id="86" idx="4"/>
                  </p:cNvCxnSpPr>
                  <p:nvPr/>
                </p:nvCxnSpPr>
                <p:spPr>
                  <a:xfrm flipH="1">
                    <a:off x="1275772" y="2018010"/>
                    <a:ext cx="13641" cy="1690979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94" name="TextBox 93"/>
                      <p:cNvSpPr txBox="1"/>
                      <p:nvPr/>
                    </p:nvSpPr>
                    <p:spPr>
                      <a:xfrm>
                        <a:off x="858784" y="2716196"/>
                        <a:ext cx="321969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>
                  <p:sp>
                    <p:nvSpPr>
                      <p:cNvPr id="94" name="TextBox 93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58784" y="2716196"/>
                        <a:ext cx="321969" cy="523220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95" name="TextBox 94"/>
                      <p:cNvSpPr txBox="1"/>
                      <p:nvPr/>
                    </p:nvSpPr>
                    <p:spPr>
                      <a:xfrm>
                        <a:off x="110483" y="1918286"/>
                        <a:ext cx="1390327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>
                  <p:sp>
                    <p:nvSpPr>
                      <p:cNvPr id="95" name="TextBox 94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0483" y="1918286"/>
                        <a:ext cx="1390327" cy="523220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96" name="TextBox 95"/>
                      <p:cNvSpPr txBox="1"/>
                      <p:nvPr/>
                    </p:nvSpPr>
                    <p:spPr>
                      <a:xfrm>
                        <a:off x="1480156" y="1608689"/>
                        <a:ext cx="1390327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>
                  <p:sp>
                    <p:nvSpPr>
                      <p:cNvPr id="96" name="TextBox 95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480156" y="1608689"/>
                        <a:ext cx="1390327" cy="523220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97" name="TextBox 96"/>
                      <p:cNvSpPr txBox="1"/>
                      <p:nvPr/>
                    </p:nvSpPr>
                    <p:spPr>
                      <a:xfrm>
                        <a:off x="1243834" y="1944447"/>
                        <a:ext cx="321969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>
                  <p:sp>
                    <p:nvSpPr>
                      <p:cNvPr id="97" name="TextBox 96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243834" y="1944447"/>
                        <a:ext cx="321969" cy="523220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100" name="Flowchart: Or 99"/>
              <p:cNvSpPr/>
              <p:nvPr/>
            </p:nvSpPr>
            <p:spPr>
              <a:xfrm>
                <a:off x="3473146" y="3839017"/>
                <a:ext cx="300941" cy="300941"/>
              </a:xfrm>
              <a:prstGeom prst="flowChar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Flowchart: Or 100"/>
              <p:cNvSpPr/>
              <p:nvPr/>
            </p:nvSpPr>
            <p:spPr>
              <a:xfrm>
                <a:off x="4052484" y="3839017"/>
                <a:ext cx="300941" cy="300941"/>
              </a:xfrm>
              <a:prstGeom prst="flowChartOr">
                <a:avLst/>
              </a:prstGeom>
              <a:solidFill>
                <a:srgbClr val="D0845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2" name="TextBox 101"/>
                  <p:cNvSpPr txBox="1"/>
                  <p:nvPr/>
                </p:nvSpPr>
                <p:spPr>
                  <a:xfrm>
                    <a:off x="3973584" y="4151664"/>
                    <a:ext cx="472272" cy="7825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US" sz="4000" b="0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oMath>
                      </m:oMathPara>
                    </a14:m>
                    <a:endParaRPr lang="en-US" sz="4000" dirty="0">
                      <a:solidFill>
                        <a:srgbClr val="C55A1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02" name="TextBox 10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73584" y="4151664"/>
                    <a:ext cx="472272" cy="78258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3" name="TextBox 102"/>
                  <p:cNvSpPr txBox="1"/>
                  <p:nvPr/>
                </p:nvSpPr>
                <p:spPr>
                  <a:xfrm>
                    <a:off x="3416777" y="4151664"/>
                    <a:ext cx="472272" cy="7825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US" sz="4000" b="0" i="1" smtClean="0">
                                  <a:solidFill>
                                    <a:srgbClr val="5B9BD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solidFill>
                                    <a:srgbClr val="5B9BD5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oMath>
                      </m:oMathPara>
                    </a14:m>
                    <a:endParaRPr lang="en-US" sz="4000" dirty="0">
                      <a:solidFill>
                        <a:srgbClr val="5B9BD5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03" name="TextBox 10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6777" y="4151664"/>
                    <a:ext cx="472272" cy="78258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4" name="Explosion 1 103"/>
              <p:cNvSpPr/>
              <p:nvPr/>
            </p:nvSpPr>
            <p:spPr>
              <a:xfrm>
                <a:off x="3264428" y="2781239"/>
                <a:ext cx="307935" cy="376614"/>
              </a:xfrm>
              <a:prstGeom prst="irregularSeal1">
                <a:avLst/>
              </a:prstGeom>
              <a:solidFill>
                <a:srgbClr val="FF0000"/>
              </a:solidFill>
              <a:ln>
                <a:solidFill>
                  <a:srgbClr val="C55A1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" name="TextBox 105"/>
                <p:cNvSpPr txBox="1"/>
                <p:nvPr/>
              </p:nvSpPr>
              <p:spPr>
                <a:xfrm>
                  <a:off x="3330175" y="3115759"/>
                  <a:ext cx="174312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𝑒𝑥𝑖𝑡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𝑒𝑥𝑖𝑡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>
            <p:sp>
              <p:nvSpPr>
                <p:cNvPr id="106" name="TextBox 1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0175" y="3115759"/>
                  <a:ext cx="1743127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82349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17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Tamir</dc:creator>
  <cp:lastModifiedBy>Tamir</cp:lastModifiedBy>
  <cp:revision>9</cp:revision>
  <dcterms:created xsi:type="dcterms:W3CDTF">2026-10-02T16:57:33Z</dcterms:created>
  <dcterms:modified xsi:type="dcterms:W3CDTF">2026-10-02T17:24:44Z</dcterms:modified>
</cp:coreProperties>
</file>